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Open Sans" pitchFamily="34" charset="0"/>
      <p:bold r:id="rId17"/>
    </p:embeddedFont>
    <p:embeddedFont>
      <p:font typeface="Open Sans" pitchFamily="34" charset="-122"/>
      <p:bold r:id="rId18"/>
    </p:embeddedFont>
    <p:embeddedFont>
      <p:font typeface="Open Sans" pitchFamily="34" charset="-120"/>
      <p:bold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65534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 OCR for Lab Reports: YOLO &amp; Tesseract in Action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23253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presentation outlines how we leverage custom OCR. We use YOLO and Tesseract for efficient data extraction. The goal is to streamline lab report processing.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4840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5491639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467112"/>
            <a:ext cx="1889284" cy="3968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by vicky saini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1205876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Manual Data Entry: A Time-Consuming Challenge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Tedious Process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Manually transcribing data is very tedious.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Error Prone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entry leads to errors and inconsistencies.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Slow Turnaround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significantly slows down report processing.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17928"/>
            <a:ext cx="7556421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Our Solution: Automated Extraction with YOLO &amp; Tesseract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984427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778216"/>
            <a:ext cx="229195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YOLO Detection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5268635"/>
            <a:ext cx="2291953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YOLO identifies text regions with high precision.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904" y="3984427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25904" y="4778216"/>
            <a:ext cx="229207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Tesseract OCR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425904" y="5268635"/>
            <a:ext cx="2292072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Tesseract extracts text from the detected regions.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138" y="3984427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58138" y="4778216"/>
            <a:ext cx="2291953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Automated Workflow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058138" y="5622965"/>
            <a:ext cx="2291953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automates the entire data extraction process.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94554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Step 1: Preprocessing and Preparing Data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317908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Upload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3669506"/>
            <a:ext cx="608218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lab reports in various formats.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431315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53997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Image Enhancement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5030391"/>
            <a:ext cx="608218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 image quality for better OCR.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674042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900857"/>
            <a:ext cx="287714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Format Standardization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6391275"/>
            <a:ext cx="608218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 data for consistent processing.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18893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Step 2: Training YOLOv3 for Text Detection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76613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61104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Model Configuration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4101465"/>
            <a:ext cx="319599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Configure YOLOv3 for text detection.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376613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361104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Annotation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4101465"/>
            <a:ext cx="319599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Annotate text regions in lab reports.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88518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52295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Training Process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013371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the model using annotated data.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8703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Step 3: Integrating Tesseract OCR for Text Extraction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605111" y="2806422"/>
            <a:ext cx="30480" cy="4374475"/>
          </a:xfrm>
          <a:prstGeom prst="roundRect">
            <a:avLst>
              <a:gd name="adj" fmla="val 312558"/>
            </a:avLst>
          </a:prstGeom>
          <a:solidFill>
            <a:srgbClr val="D1C8C6"/>
          </a:solidFill>
        </p:spPr>
      </p:sp>
      <p:sp>
        <p:nvSpPr>
          <p:cNvPr id="5" name="Shape 2"/>
          <p:cNvSpPr/>
          <p:nvPr/>
        </p:nvSpPr>
        <p:spPr>
          <a:xfrm>
            <a:off x="6845022" y="3301484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D1C8C6"/>
          </a:solidFill>
        </p:spPr>
      </p:sp>
      <p:sp>
        <p:nvSpPr>
          <p:cNvPr id="6" name="Shape 3"/>
          <p:cNvSpPr/>
          <p:nvPr/>
        </p:nvSpPr>
        <p:spPr>
          <a:xfrm>
            <a:off x="6365200" y="306157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56653" y="3146584"/>
            <a:ext cx="127278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867888" y="303323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YOLO Deployment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67888" y="3523655"/>
            <a:ext cx="596872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YOLOv3 to detect text regions.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45022" y="483524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D1C8C6"/>
          </a:solidFill>
        </p:spPr>
      </p:sp>
      <p:sp>
        <p:nvSpPr>
          <p:cNvPr id="11" name="Shape 8"/>
          <p:cNvSpPr/>
          <p:nvPr/>
        </p:nvSpPr>
        <p:spPr>
          <a:xfrm>
            <a:off x="6365200" y="45953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3555" y="4680347"/>
            <a:ext cx="173474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867888" y="456699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Text Extraction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867888" y="5057418"/>
            <a:ext cx="596872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Tesseract extracts text from detected regions.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845022" y="6369010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D1C8C6"/>
          </a:solidFill>
        </p:spPr>
      </p:sp>
      <p:sp>
        <p:nvSpPr>
          <p:cNvPr id="16" name="Shape 13"/>
          <p:cNvSpPr/>
          <p:nvPr/>
        </p:nvSpPr>
        <p:spPr>
          <a:xfrm>
            <a:off x="6365200" y="612909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246" y="6214110"/>
            <a:ext cx="166211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867888" y="610076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Output Formatting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867888" y="6591181"/>
            <a:ext cx="596872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 extracted text for easy use.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82560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Demo: Live Text Extraction from a Sample Report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40279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 as our system extracts data in real-time. This is from a sample lab report. It showcases accuracy and speed.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21235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demonstration highlights key features. It shows the efficiency of our solution.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40" y="490895"/>
            <a:ext cx="8161496" cy="5579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Results: Accuracy Metrics and Performance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" y="1405771"/>
            <a:ext cx="10531316" cy="5897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840" y="7504033"/>
            <a:ext cx="13380720" cy="2855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system achieves high accuracy. It also has very good extraction speed. The error rate is extremely low.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32610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Benefits: Efficiency, Accuracy, and Cost Savings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84548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5242" y="3930491"/>
            <a:ext cx="127278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84548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Increased Efficiency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335899"/>
            <a:ext cx="2927747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Faster data extraction reduces turnaround time.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84548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3821" y="3930491"/>
            <a:ext cx="173474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84548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Reduced Errors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4335899"/>
            <a:ext cx="2927747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process minimizes manual errors.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5436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5835" y="5628680"/>
            <a:ext cx="166211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54366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Cost Savings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034088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labor costs and improved productivity.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82560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Conclusion: Transforming Lab Data with Custom OCR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40279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custom OCR solution transforms lab data. We do this with speed, accuracy, and cost savings. It's a better way to process lab reports.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21235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 for your time and consideration. We hope you found this presentation useful.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2232</Words>
  <Application>WPS Presentation</Application>
  <PresentationFormat>On-screen Show (16:9)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SimSun</vt:lpstr>
      <vt:lpstr>Wingdings</vt:lpstr>
      <vt:lpstr>Crimson Pro Bold</vt:lpstr>
      <vt:lpstr>Segoe Print</vt:lpstr>
      <vt:lpstr>Crimson Pro Bold</vt:lpstr>
      <vt:lpstr>Crimson Pro Bold</vt:lpstr>
      <vt:lpstr>Open Sans</vt:lpstr>
      <vt:lpstr>Open Sans</vt:lpstr>
      <vt:lpstr>Open Sans</vt:lpstr>
      <vt:lpstr>Open Sans Bold</vt:lpstr>
      <vt:lpstr>Open Sans Bold</vt:lpstr>
      <vt:lpstr>Open Sans Bold</vt:lpstr>
      <vt:lpstr>Calibri</vt:lpstr>
      <vt:lpstr>Times New Roman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vicky saini</cp:lastModifiedBy>
  <cp:revision>2</cp:revision>
  <dcterms:created xsi:type="dcterms:W3CDTF">2025-02-12T05:04:00Z</dcterms:created>
  <dcterms:modified xsi:type="dcterms:W3CDTF">2025-02-12T05:08:43Z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ABF9AA4BB5F2435686119BF5C5A0AD7F_12</vt:lpwstr>
  </property>
  <property fmtid="{D5CDD505-2E9C-101B-9397-08002B2CF9AE}" pid="3" name="KSOProductBuildVer">
    <vt:lpwstr>2057-12.2.0.19805</vt:lpwstr>
  </property>
</Properties>
</file>